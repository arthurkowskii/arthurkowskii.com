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20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B100-806D-CCCC-DE98-98B06FD09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4E7A-A0D2-45E8-ABA7-A5A557AA5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0E71B-FC76-9DD3-CEAE-A924AEC86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1AD17-0100-C860-5F70-82B07531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E72B9-715E-A721-778D-DD023FE3B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4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9363-856B-65E5-5E06-7E0BA54E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BBA12-A624-AB5C-1CC2-4CB1FE470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FB94E-A671-B28D-FF58-36E9CEED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11902-F064-39CB-B40F-333FECBB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2003F-5605-1AE2-F788-087171C7B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98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FEDD-5ED8-5562-FF01-C0E411454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75BD9-EAEB-6C3A-610A-51D4470EC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5DD02-0EBF-5A54-11CF-9B3CCC79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43BE5-BB0C-621D-4603-58C8DE18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94826-B79B-5926-C376-8A5BE7BD5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7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EF5D-DCD2-3F64-8CAC-D19C84B5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079CD-F707-925E-D886-D223DBD49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4D78C-9EC1-FA39-2EBC-8D5F03C9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2E4A8-1953-FF86-8576-882FCFC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D0130-14DA-1E9D-FA4F-982034A3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2FF64-2EF5-C528-8D8A-EFCC9C72D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0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2CC4-A8FA-508D-7F28-E3E36BBA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6D8D0-1EAE-4E59-35F4-0A6E65056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0168D-D68C-B01D-3BCE-8F650CE6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CB78B-3EAF-3C2C-0CF6-96790A9A9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5982F-525A-75B1-71BC-6C6060A3E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40FCC-2D05-7A15-E72B-B2DEB9DB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90291A-CC7A-E25F-27B1-D751DFF3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92E94-7D44-4C78-98FC-D34C455B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92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BBF5-E2FF-4A43-2FAA-ADE890E88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B9E26-4843-92D5-8A6F-AEC904EE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FEFD9-A9A9-0370-2B4F-D29984ED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F011B-B8CA-7976-CEAF-D3D40AA4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7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A24AF-1F59-977F-1DEB-6172AF68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D9606A-19EA-88BC-54BA-561CAC257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C4F17-D986-4FDF-73F5-8FFB3D25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5B5F-6B34-5A3B-01F7-B757324D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29DB-FC02-E2B0-96D9-9BEB5EF1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7C3F7-EB0B-3AE7-B706-2AB4F730C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6B8CE-11F5-AFC5-A72D-6F181A3A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82768-B3BC-0894-C2A1-EF56F0E6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235275-EAC3-4F0F-D89C-4305682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49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E1DB-605A-9D1A-C813-654FDB5F3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5B06A-737B-DAC4-5395-EEFF72CD7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DB30F-76CB-7983-D87C-89B9F01F1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8E96D-11DD-D714-A5B9-64CB7EDA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7F1C-5DDC-A022-E641-72D7093C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9DA65-4983-8D49-B52D-620E903F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714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6075-A569-B72F-88CE-D9AF1707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014E3-6B9D-F57C-0553-DE9707C56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A1C5-8C07-ED0F-8561-7943DE051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A3BD-E93C-1E2C-202D-845B3B261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0342-FB36-9012-E540-583299C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5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D7B5BF-EC18-B482-C471-63322781F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D0AE-FF67-1E00-96B5-F1FB57055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0F1C-C9E2-048D-22F0-BB337607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AA0F7-DDB8-06DD-BFAD-73FBB65A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B2B5-B9A5-5C28-02C2-4C3E943A7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8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A1DA3A-A1A7-99CF-F4F6-7F120873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5A1B-0A61-6CB1-B056-583432F40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BF3A-D5CD-E83E-D99F-81FB4A856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5360B-6BBF-CCB8-A059-9016F09B2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56494-3E71-B807-8C1A-DA945C80F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7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gif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2934-6EB7-40D2-FD3C-54583DFA6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2B6E750-45E8-A7E5-A1A8-9278DC6C1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D264FC-E0E7-C695-AC95-45E29D5B64B7}"/>
              </a:ext>
            </a:extLst>
          </p:cNvPr>
          <p:cNvSpPr txBox="1"/>
          <p:nvPr/>
        </p:nvSpPr>
        <p:spPr>
          <a:xfrm>
            <a:off x="1422400" y="44450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ARTHUR CROQUEBOIS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7998F-433E-1CE5-EA1C-5710A49EBC72}"/>
              </a:ext>
            </a:extLst>
          </p:cNvPr>
          <p:cNvSpPr txBox="1"/>
          <p:nvPr/>
        </p:nvSpPr>
        <p:spPr>
          <a:xfrm>
            <a:off x="1422400" y="1903751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Revisiter le portfolio audio</a:t>
            </a:r>
            <a:endParaRPr lang="en-US" sz="2400" dirty="0">
              <a:latin typeface="Eras Light ITC" panose="020B04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77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44857-CC24-C331-9575-B2CD5D23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CDBEAC3-6D04-6B94-7862-85730B9E3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890D2D-00E4-2A62-3417-3101A3C0500C}"/>
              </a:ext>
            </a:extLst>
          </p:cNvPr>
          <p:cNvSpPr txBox="1"/>
          <p:nvPr/>
        </p:nvSpPr>
        <p:spPr>
          <a:xfrm>
            <a:off x="1216012" y="47498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ORIGINE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FEB33-884E-3E46-0DC5-D86F83860C7F}"/>
              </a:ext>
            </a:extLst>
          </p:cNvPr>
          <p:cNvSpPr txBox="1"/>
          <p:nvPr/>
        </p:nvSpPr>
        <p:spPr>
          <a:xfrm>
            <a:off x="1270757" y="1159549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Analyse d’un problème :</a:t>
            </a:r>
            <a:endParaRPr lang="en-US" sz="2400" dirty="0">
              <a:latin typeface="Eras Light ITC" panose="020B04020305040208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EE422C-B745-CACE-64A5-62660C25994B}"/>
              </a:ext>
            </a:extLst>
          </p:cNvPr>
          <p:cNvSpPr/>
          <p:nvPr/>
        </p:nvSpPr>
        <p:spPr>
          <a:xfrm>
            <a:off x="11245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EA1AB4-F582-0B36-C2C3-7E8A740FBD61}"/>
              </a:ext>
            </a:extLst>
          </p:cNvPr>
          <p:cNvSpPr/>
          <p:nvPr/>
        </p:nvSpPr>
        <p:spPr>
          <a:xfrm>
            <a:off x="48202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95D3A0-420E-2FA7-83D4-AA1709FCA37E}"/>
              </a:ext>
            </a:extLst>
          </p:cNvPr>
          <p:cNvSpPr/>
          <p:nvPr/>
        </p:nvSpPr>
        <p:spPr>
          <a:xfrm>
            <a:off x="85159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5A8AB-FB28-8746-B73B-7E4A1688B50A}"/>
              </a:ext>
            </a:extLst>
          </p:cNvPr>
          <p:cNvSpPr txBox="1"/>
          <p:nvPr/>
        </p:nvSpPr>
        <p:spPr>
          <a:xfrm>
            <a:off x="1550644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1. Dépendant d’outils externes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C11A9-78A8-3001-70D0-D182F1105C09}"/>
              </a:ext>
            </a:extLst>
          </p:cNvPr>
          <p:cNvSpPr txBox="1"/>
          <p:nvPr/>
        </p:nvSpPr>
        <p:spPr>
          <a:xfrm>
            <a:off x="5423657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2. Laborieux, </a:t>
            </a:r>
            <a:r>
              <a:rPr lang="fr-FR" sz="2400" b="1" dirty="0" err="1">
                <a:latin typeface="Eras Light ITC" panose="020B0402030504020804" pitchFamily="34" charset="0"/>
              </a:rPr>
              <a:t>inneficace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A8FAB6-6261-88D2-C16E-0856E9D94E56}"/>
              </a:ext>
            </a:extLst>
          </p:cNvPr>
          <p:cNvSpPr txBox="1"/>
          <p:nvPr/>
        </p:nvSpPr>
        <p:spPr>
          <a:xfrm>
            <a:off x="9119357" y="2603737"/>
            <a:ext cx="266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3. Perte de l’attention des </a:t>
            </a:r>
            <a:r>
              <a:rPr lang="fr-FR" sz="2400" b="1" dirty="0" err="1">
                <a:latin typeface="Eras Light ITC" panose="020B0402030504020804" pitchFamily="34" charset="0"/>
              </a:rPr>
              <a:t>rectruteurs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E757E8-E962-35A0-281B-FA7DBC8E4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5" y="3750933"/>
            <a:ext cx="936524" cy="6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5F153-763B-FB2F-D812-8910327C8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4544002"/>
            <a:ext cx="1566792" cy="44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umpled paper ball transparent background 48712076 PNG">
            <a:extLst>
              <a:ext uri="{FF2B5EF4-FFF2-40B4-BE49-F238E27FC236}">
                <a16:creationId xmlns:a16="http://schemas.microsoft.com/office/drawing/2014/main" id="{0CB294B4-9F51-F0AF-C070-A82DC03B2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354" y="4075058"/>
            <a:ext cx="816864" cy="816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A419622-A003-8E8C-4666-AEC1E842E7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1050" y="3942915"/>
            <a:ext cx="2114550" cy="762000"/>
          </a:xfrm>
          <a:prstGeom prst="rect">
            <a:avLst/>
          </a:prstGeom>
        </p:spPr>
      </p:pic>
      <p:pic>
        <p:nvPicPr>
          <p:cNvPr id="1036" name="Picture 12" descr="Black Garbage Bin PNGs for Free Download">
            <a:extLst>
              <a:ext uri="{FF2B5EF4-FFF2-40B4-BE49-F238E27FC236}">
                <a16:creationId xmlns:a16="http://schemas.microsoft.com/office/drawing/2014/main" id="{27951416-EDF9-EDE0-13FE-5D409C90A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4954" y="5708893"/>
            <a:ext cx="1971664" cy="1971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02913C7-FC90-9F44-9BB3-1C234885CD63}"/>
              </a:ext>
            </a:extLst>
          </p:cNvPr>
          <p:cNvSpPr txBox="1"/>
          <p:nvPr/>
        </p:nvSpPr>
        <p:spPr>
          <a:xfrm>
            <a:off x="5280992" y="3748027"/>
            <a:ext cx="12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Portfolio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852AB5-BAFD-244B-D8E2-4BD850CCAF4C}"/>
              </a:ext>
            </a:extLst>
          </p:cNvPr>
          <p:cNvSpPr txBox="1"/>
          <p:nvPr/>
        </p:nvSpPr>
        <p:spPr>
          <a:xfrm>
            <a:off x="5280991" y="3941271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1722E018-24E1-4796-1E92-2CBA9215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236" y="4476697"/>
            <a:ext cx="591633" cy="40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2C1E4C1D-BE68-FBA9-32C7-7A435EFB2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582" y="5359688"/>
            <a:ext cx="559287" cy="559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778333C-B4BB-E3C9-5B15-30338EB2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98" y="4256818"/>
            <a:ext cx="835957" cy="83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87DD7A-54AA-4120-A73A-8448AFBF86E5}"/>
              </a:ext>
            </a:extLst>
          </p:cNvPr>
          <p:cNvSpPr txBox="1"/>
          <p:nvPr/>
        </p:nvSpPr>
        <p:spPr>
          <a:xfrm>
            <a:off x="5280991" y="4780846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53A64-D61A-A2D3-BBF5-0340C25C4D31}"/>
              </a:ext>
            </a:extLst>
          </p:cNvPr>
          <p:cNvSpPr txBox="1"/>
          <p:nvPr/>
        </p:nvSpPr>
        <p:spPr>
          <a:xfrm>
            <a:off x="5852025" y="4376775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=</a:t>
            </a:r>
            <a:endParaRPr lang="en-GB" sz="3600" dirty="0"/>
          </a:p>
        </p:txBody>
      </p:sp>
      <p:pic>
        <p:nvPicPr>
          <p:cNvPr id="21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1456CD65-E0EA-6843-B700-87816BAFD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9304" y="3756745"/>
            <a:ext cx="617798" cy="64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ehance Logo PNG Transparent &amp; SVG Vector - Freebie Supply">
            <a:extLst>
              <a:ext uri="{FF2B5EF4-FFF2-40B4-BE49-F238E27FC236}">
                <a16:creationId xmlns:a16="http://schemas.microsoft.com/office/drawing/2014/main" id="{F3AB4C3D-410B-69B3-7CFB-C5BAE01AA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5158400"/>
            <a:ext cx="700102" cy="7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Soundcloud - Free social media icons">
            <a:extLst>
              <a:ext uri="{FF2B5EF4-FFF2-40B4-BE49-F238E27FC236}">
                <a16:creationId xmlns:a16="http://schemas.microsoft.com/office/drawing/2014/main" id="{CFB0233A-FD7F-5783-79D0-68A59D3CA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010" y="5158400"/>
            <a:ext cx="760575" cy="76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E7E07AE3-D194-4B00-0CF7-F28864FE43C2}"/>
              </a:ext>
            </a:extLst>
          </p:cNvPr>
          <p:cNvSpPr/>
          <p:nvPr/>
        </p:nvSpPr>
        <p:spPr>
          <a:xfrm>
            <a:off x="551308" y="-19934099"/>
            <a:ext cx="20354034" cy="1800682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</a:t>
            </a:r>
            <a:endParaRPr lang="en-GB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5A7D1E-8590-FFE1-6CB5-DC80CA85A48B}"/>
              </a:ext>
            </a:extLst>
          </p:cNvPr>
          <p:cNvSpPr/>
          <p:nvPr/>
        </p:nvSpPr>
        <p:spPr>
          <a:xfrm>
            <a:off x="-1041728" y="-4446861"/>
            <a:ext cx="15751721" cy="1575172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220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54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3528 -0.0169 C 0.56367 0.16204 -0.00677 3.10764 -0.74206 2.83542 C -0.74427 3.04306 -1.51758 2.77639 -1.59662 2.77639 C -1.67513 2.77639 -1.51211 1.96782 -1.51211 1.76134 C -1.51016 1.5544 0.3069 -0.19583 0.43528 -0.0169 Z " pathEditMode="relative" rAng="0" ptsTypes="AAAAA">
                                      <p:cBhvr>
                                        <p:cTn id="5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1758" y="145926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  <p:bldP spid="11" grpId="0"/>
      <p:bldP spid="11" grpId="1"/>
      <p:bldP spid="12" grpId="0"/>
      <p:bldP spid="12" grpId="1"/>
      <p:bldP spid="13" grpId="0"/>
      <p:bldP spid="13" grpId="1"/>
      <p:bldP spid="15" grpId="0"/>
      <p:bldP spid="15" grpId="1"/>
      <p:bldP spid="16" grpId="0"/>
      <p:bldP spid="16" grpId="1"/>
      <p:bldP spid="19" grpId="0"/>
      <p:bldP spid="19" grpId="1"/>
      <p:bldP spid="20" grpId="0"/>
      <p:bldP spid="20" grpId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22C0-8CA3-A606-3D68-5E73716F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CDF59-B4B6-C731-8EEA-248CF73E6C41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48BE1D-1AAE-BFE5-FF56-64B86C23060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C8C20D-262C-3EC5-FF24-03D69929D49E}"/>
              </a:ext>
            </a:extLst>
          </p:cNvPr>
          <p:cNvSpPr txBox="1"/>
          <p:nvPr/>
        </p:nvSpPr>
        <p:spPr>
          <a:xfrm>
            <a:off x="4495864" y="3167389"/>
            <a:ext cx="3200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TOUT EN UN</a:t>
            </a:r>
            <a:endParaRPr lang="en-GB" sz="28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D6C3AD3-39F0-D5EC-AADA-BDBBA32B1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350" y="1864425"/>
            <a:ext cx="2237426" cy="12314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ED486-261D-1A66-6088-2290BC01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392225" y="1864424"/>
            <a:ext cx="2237426" cy="123149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38521D-DAED-0156-2E7D-7F609C53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6562350" y="3971528"/>
            <a:ext cx="2237426" cy="12314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33D84E7-5BF9-4D2A-9892-D11FFCD5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3392225" y="3971529"/>
            <a:ext cx="2237426" cy="123149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D0BF21-14F5-64BB-22EB-946D7B7CEE4A}"/>
              </a:ext>
            </a:extLst>
          </p:cNvPr>
          <p:cNvSpPr txBox="1"/>
          <p:nvPr/>
        </p:nvSpPr>
        <p:spPr>
          <a:xfrm>
            <a:off x="1201475" y="1245751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Démonstrations Audio</a:t>
            </a:r>
            <a:br>
              <a:rPr lang="fr-FR" dirty="0"/>
            </a:br>
            <a:r>
              <a:rPr lang="fr-FR" dirty="0"/>
              <a:t>Statiques (player)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464CD9-3F56-BD68-1467-144A45D6C8FD}"/>
              </a:ext>
            </a:extLst>
          </p:cNvPr>
          <p:cNvSpPr txBox="1"/>
          <p:nvPr/>
        </p:nvSpPr>
        <p:spPr>
          <a:xfrm>
            <a:off x="8964876" y="1218093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Démonstrations Audio</a:t>
            </a:r>
            <a:br>
              <a:rPr lang="fr-FR" dirty="0"/>
            </a:br>
            <a:r>
              <a:rPr lang="fr-FR" dirty="0"/>
              <a:t>Dynamiques (fmod, jeux...)</a:t>
            </a:r>
            <a:endParaRPr lang="en-GB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89BE36-4670-2FE3-1A93-6DCD0ADBCB5B}"/>
              </a:ext>
            </a:extLst>
          </p:cNvPr>
          <p:cNvSpPr txBox="1"/>
          <p:nvPr/>
        </p:nvSpPr>
        <p:spPr>
          <a:xfrm>
            <a:off x="8964876" y="4993577"/>
            <a:ext cx="2659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Bio &amp; CV (visible + téléchargeable)</a:t>
            </a:r>
            <a:endParaRPr lang="en-GB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98446F-D82B-94AB-521F-C9D4AD3CA429}"/>
              </a:ext>
            </a:extLst>
          </p:cNvPr>
          <p:cNvSpPr txBox="1"/>
          <p:nvPr/>
        </p:nvSpPr>
        <p:spPr>
          <a:xfrm>
            <a:off x="905750" y="4993577"/>
            <a:ext cx="2659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Expérience Interactive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14C6B-E052-02F2-A85A-E4B33A04772A}"/>
              </a:ext>
            </a:extLst>
          </p:cNvPr>
          <p:cNvSpPr txBox="1"/>
          <p:nvPr/>
        </p:nvSpPr>
        <p:spPr>
          <a:xfrm>
            <a:off x="304721" y="88396"/>
            <a:ext cx="386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Objectif</a:t>
            </a:r>
            <a:endParaRPr lang="en-US" sz="3600" dirty="0">
              <a:latin typeface="Barba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998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38" grpId="0"/>
      <p:bldP spid="39" grpId="0"/>
      <p:bldP spid="40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B9F4F-DD0F-15C4-7AF5-3326795C9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9B938B-58EC-41CC-19F8-9BE7DE03B838}"/>
              </a:ext>
            </a:extLst>
          </p:cNvPr>
          <p:cNvSpPr/>
          <p:nvPr/>
        </p:nvSpPr>
        <p:spPr>
          <a:xfrm>
            <a:off x="-1036690" y="0"/>
            <a:ext cx="147066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C94B387-60CC-4949-E32E-83E75373554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EBECF7-F468-5E37-AD6C-1E4699980785}"/>
              </a:ext>
            </a:extLst>
          </p:cNvPr>
          <p:cNvSpPr/>
          <p:nvPr/>
        </p:nvSpPr>
        <p:spPr>
          <a:xfrm>
            <a:off x="4848225" y="2181225"/>
            <a:ext cx="2495550" cy="2495550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5AD02D-C0BA-D797-446B-75ECB90F7ABA}"/>
              </a:ext>
            </a:extLst>
          </p:cNvPr>
          <p:cNvSpPr/>
          <p:nvPr/>
        </p:nvSpPr>
        <p:spPr>
          <a:xfrm>
            <a:off x="3869532" y="1202532"/>
            <a:ext cx="4452936" cy="4452936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C9F998-C495-0D14-DFD3-215A8B85DF59}"/>
              </a:ext>
            </a:extLst>
          </p:cNvPr>
          <p:cNvSpPr/>
          <p:nvPr/>
        </p:nvSpPr>
        <p:spPr>
          <a:xfrm>
            <a:off x="2976165" y="309165"/>
            <a:ext cx="6239668" cy="6239668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18EB946-E2B0-51E0-C493-0BF25E728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1" y="375221"/>
            <a:ext cx="4608975" cy="63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84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5DBA5-32A6-E627-E20A-572006FDF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5EC74-AA91-46C3-10A1-E22D285EE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699" y="928687"/>
            <a:ext cx="5000625" cy="50006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8D64DC-627D-5B0B-C834-DAE8D3925883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PROJET REALISE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3115-2A62-CD49-E983-8F22B53151E1}"/>
              </a:ext>
            </a:extLst>
          </p:cNvPr>
          <p:cNvSpPr txBox="1"/>
          <p:nvPr/>
        </p:nvSpPr>
        <p:spPr>
          <a:xfrm>
            <a:off x="342279" y="996976"/>
            <a:ext cx="50037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Réalisation d’une expérience interactive tout en un démontrant mes capacités techniques,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hardskills</a:t>
            </a:r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softskills</a:t>
            </a:r>
            <a:endParaRPr lang="fr-F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DFCAD-E0A6-AF0C-65D7-56A9704A9363}"/>
              </a:ext>
            </a:extLst>
          </p:cNvPr>
          <p:cNvSpPr txBox="1"/>
          <p:nvPr/>
        </p:nvSpPr>
        <p:spPr>
          <a:xfrm>
            <a:off x="342279" y="2133243"/>
            <a:ext cx="652486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🎯 Structure Atomique</a:t>
            </a:r>
          </a:p>
          <a:p>
            <a:r>
              <a:rPr lang="fr-FR" sz="1400" b="1" dirty="0"/>
              <a:t>⚛️ Noyau Central / Bio</a:t>
            </a:r>
            <a:r>
              <a:rPr lang="fr-FR" sz="1400" dirty="0"/>
              <a:t> : Ma page biographique personnelle, cœur de l'identité professionnelle</a:t>
            </a:r>
          </a:p>
          <a:p>
            <a:endParaRPr lang="fr-FR" sz="1400" dirty="0"/>
          </a:p>
          <a:p>
            <a:r>
              <a:rPr lang="fr-FR" sz="1400" b="1" dirty="0"/>
              <a:t>🛸 Couches </a:t>
            </a:r>
            <a:r>
              <a:rPr lang="fr-FR" sz="1400" b="1" dirty="0" err="1"/>
              <a:t>Éléctroniques</a:t>
            </a:r>
            <a:r>
              <a:rPr lang="fr-FR" sz="1400" dirty="0"/>
              <a:t> : Trois domaines d'expertise organisés en orbites concentriques</a:t>
            </a:r>
          </a:p>
          <a:p>
            <a:endParaRPr lang="fr-FR" sz="1400" dirty="0"/>
          </a:p>
          <a:p>
            <a:pPr lvl="1"/>
            <a:r>
              <a:rPr lang="fr-FR" sz="1400" dirty="0"/>
              <a:t>🎵 </a:t>
            </a:r>
            <a:r>
              <a:rPr lang="fr-FR" sz="1400" b="1" dirty="0"/>
              <a:t>1ère couche</a:t>
            </a:r>
            <a:r>
              <a:rPr lang="fr-FR" sz="1400" dirty="0"/>
              <a:t> : Projets Musicaux &amp; Composition</a:t>
            </a:r>
          </a:p>
          <a:p>
            <a:pPr lvl="1"/>
            <a:r>
              <a:rPr lang="fr-FR" sz="1400" dirty="0"/>
              <a:t>🎮 </a:t>
            </a:r>
            <a:r>
              <a:rPr lang="fr-FR" sz="1400" b="1" dirty="0"/>
              <a:t>2ème couche</a:t>
            </a:r>
            <a:r>
              <a:rPr lang="fr-FR" sz="1400" dirty="0"/>
              <a:t> : Game Audio &amp; Sound Design</a:t>
            </a:r>
          </a:p>
          <a:p>
            <a:pPr lvl="1"/>
            <a:r>
              <a:rPr lang="fr-FR" sz="1400" dirty="0"/>
              <a:t>💻 </a:t>
            </a:r>
            <a:r>
              <a:rPr lang="fr-FR" sz="1400" b="1" dirty="0"/>
              <a:t>3ème couche</a:t>
            </a:r>
            <a:r>
              <a:rPr lang="fr-FR" sz="1400" dirty="0"/>
              <a:t> : Développements Techniques</a:t>
            </a:r>
          </a:p>
          <a:p>
            <a:pPr lvl="1"/>
            <a:endParaRPr lang="fr-FR" sz="1400" dirty="0"/>
          </a:p>
          <a:p>
            <a:r>
              <a:rPr lang="fr-FR" sz="1400" b="1" dirty="0"/>
              <a:t>⚡ Électrons</a:t>
            </a:r>
            <a:r>
              <a:rPr lang="fr-FR" sz="1400" dirty="0"/>
              <a:t> : Projets individuels gravitant sur leurs orbites respectives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03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033CF24-5EBE-FF32-1305-39E7F9550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699" y="928687"/>
            <a:ext cx="5000625" cy="50006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BC361D-48A2-3F4C-99B8-45912A8A8FDA}"/>
              </a:ext>
            </a:extLst>
          </p:cNvPr>
          <p:cNvSpPr txBox="1"/>
          <p:nvPr/>
        </p:nvSpPr>
        <p:spPr>
          <a:xfrm>
            <a:off x="447676" y="282356"/>
            <a:ext cx="386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1026" name="Picture 2" descr="Fmod icon - Free Download PNG &amp; SVG | Streamline">
            <a:extLst>
              <a:ext uri="{FF2B5EF4-FFF2-40B4-BE49-F238E27FC236}">
                <a16:creationId xmlns:a16="http://schemas.microsoft.com/office/drawing/2014/main" id="{DD035F8C-23AB-26FC-E2CE-DD32E15A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" y="928687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avascript logo png, javascript icône transparent png 27127463 PNG">
            <a:extLst>
              <a:ext uri="{FF2B5EF4-FFF2-40B4-BE49-F238E27FC236}">
                <a16:creationId xmlns:a16="http://schemas.microsoft.com/office/drawing/2014/main" id="{45E6F0AF-E5DE-6614-7F48-3994A41A0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867" y="1183603"/>
            <a:ext cx="671349" cy="671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B6FA4CF-1F75-AB3C-880E-D154C4B94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" y="1947779"/>
            <a:ext cx="917695" cy="383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D940D9-67B8-87E9-7194-18152B24CC0D}"/>
              </a:ext>
            </a:extLst>
          </p:cNvPr>
          <p:cNvSpPr txBox="1"/>
          <p:nvPr/>
        </p:nvSpPr>
        <p:spPr>
          <a:xfrm>
            <a:off x="399033" y="3582957"/>
            <a:ext cx="4057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SOFTSKILLS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1032" name="Picture 8" descr="United Kingdom Flag Icon SVG Vector &amp; PNG Free Download | UXWing">
            <a:extLst>
              <a:ext uri="{FF2B5EF4-FFF2-40B4-BE49-F238E27FC236}">
                <a16:creationId xmlns:a16="http://schemas.microsoft.com/office/drawing/2014/main" id="{B8DBAAEC-816B-E6A4-3796-76565BEE5D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10" y="4280840"/>
            <a:ext cx="874014" cy="87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Talking Png Download - Face To Face Talk Png PNG Image with No  Background - PNGkey.com">
            <a:extLst>
              <a:ext uri="{FF2B5EF4-FFF2-40B4-BE49-F238E27FC236}">
                <a16:creationId xmlns:a16="http://schemas.microsoft.com/office/drawing/2014/main" id="{236DF4F3-6A81-3ED4-CB7D-C2D98738D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2707" y="4349038"/>
            <a:ext cx="1061914" cy="737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216208-6C06-DFEE-6D27-A0FE4766F4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23" y="2239443"/>
            <a:ext cx="1467813" cy="825645"/>
          </a:xfrm>
          <a:prstGeom prst="rect">
            <a:avLst/>
          </a:prstGeom>
        </p:spPr>
      </p:pic>
      <p:pic>
        <p:nvPicPr>
          <p:cNvPr id="1040" name="Picture 16" descr="Linux Logo PNG &amp; SVG Design For T-Shirts">
            <a:extLst>
              <a:ext uri="{FF2B5EF4-FFF2-40B4-BE49-F238E27FC236}">
                <a16:creationId xmlns:a16="http://schemas.microsoft.com/office/drawing/2014/main" id="{C5FB559C-2054-D5EF-1D4A-AF263AAC7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3972" y="1603440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3462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145</Words>
  <Application>Microsoft Office PowerPoint</Application>
  <PresentationFormat>Widescreen</PresentationFormat>
  <Paragraphs>33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Barbara</vt:lpstr>
      <vt:lpstr>Eras Light ITC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Kowskii Croquebois</dc:creator>
  <cp:lastModifiedBy>Arthur Kowskii Croquebois</cp:lastModifiedBy>
  <cp:revision>31</cp:revision>
  <dcterms:created xsi:type="dcterms:W3CDTF">2026-03-15T10:14:14Z</dcterms:created>
  <dcterms:modified xsi:type="dcterms:W3CDTF">2026-03-19T16:22:22Z</dcterms:modified>
</cp:coreProperties>
</file>